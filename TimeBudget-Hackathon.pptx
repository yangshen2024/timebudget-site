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TimeBudget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any price into working time.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劳动力换算器  ·  시간 환산기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566160"/>
            <a:ext cx="20116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 Hackathon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SHEN  · 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0" y="914400"/>
            <a:ext cx="2286000" cy="2286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0" y="1188720"/>
            <a:ext cx="1737360" cy="173736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spend money without feeling its real cost.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feel abstract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¥6,999 for a phone is just a number.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register emotionally.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5544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288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= invisible currency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see the hours of our life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every purchase.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155448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5544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 spending wins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grounding perspective,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overrides logic.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what if you saw prices in hours of your life?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TimeBudget converts any price into working hours.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15 Pro = ¥7,999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Feels expensive... maybe?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15 Pro = 187 hours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23 days of your life. 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0040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3444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salary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3749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pay, region, working hours — get your real hourly wage after tax.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91840" y="301752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20040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690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wishlist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520440" y="3749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any item with a price. See instantly how many hours it costs you.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26480" y="301752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2004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0372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insight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55080" y="3749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share card. Friends see the real cost too.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 to think in hours, not yuan.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Tax Regions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 · US · JP · KR · GB · DE · HK · SG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after-tax estimates.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46304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459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Hourly Wage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After-tax calculation based on your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salary and working hours.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46304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459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Wishlist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2148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items, see time cost instantly.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before you buy.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2461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24612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Cards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beautiful cards to share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cost with friends.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2461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324612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42900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2044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· 中文 · 한국어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with one tap.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2461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324612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42900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&amp; Offline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5508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loading, no network.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anywhere, anytime.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Privacy First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collect nothing. Period.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73736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 at all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73736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2560320" y="173736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256032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256032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56032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analytics or ads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73736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3"/>
          <p:cNvSpPr/>
          <p:nvPr/>
        </p:nvSpPr>
        <p:spPr>
          <a:xfrm>
            <a:off x="4663440" y="173736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5"/>
          <p:cNvSpPr/>
          <p:nvPr/>
        </p:nvSpPr>
        <p:spPr>
          <a:xfrm>
            <a:off x="466344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6344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third-party code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66560" y="173736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8"/>
          <p:cNvSpPr/>
          <p:nvPr/>
        </p:nvSpPr>
        <p:spPr>
          <a:xfrm>
            <a:off x="6766560" y="173736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676656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200" dirty="0"/>
          </a:p>
        </p:txBody>
      </p:sp>
      <p:sp>
        <p:nvSpPr>
          <p:cNvPr id="23" name="Text 20"/>
          <p:cNvSpPr/>
          <p:nvPr/>
        </p:nvSpPr>
        <p:spPr>
          <a:xfrm>
            <a:off x="676656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76656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even camera (iOS)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3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840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your data — salary, region, wishlist — lives only in your device's local storage.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Uninstall the app and it's gone. No backups, no cloud, no traces.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to mindful spending.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14630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03120" y="1463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774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Profile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country, monthly salary,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hours, and paid days.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 8 tax regions.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4630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251960" y="1463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2606040" y="21945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3774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Wage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74320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TimeBudget instantly calculates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after-tax hourly wage.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waiting, no network.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40680" y="14630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5"/>
          <p:cNvSpPr/>
          <p:nvPr/>
        </p:nvSpPr>
        <p:spPr>
          <a:xfrm>
            <a:off x="5440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400800" y="1463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4754880" y="21945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37744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9204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Wishlist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89204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any item with a price.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many working hours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actually costs you.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589520" y="14630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1"/>
          <p:cNvSpPr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6903720" y="219456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37744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40880" y="2926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&amp; Decide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04088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share card.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friends the real cost.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is it worth your time?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Offline-first, privacy-by-design, cross-platform.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383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3383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mobile app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WebView-based runtime (offline assets)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 only (no server calls)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tax brackets for 8 regions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on-device computation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 UI engine (EN/ZH/KO)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3383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463040"/>
            <a:ext cx="54864" cy="3383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Security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outgoing network requests at runtime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analytics, ads, or tracking SDKs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 permissions on 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cleared on uninstall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reset in Settings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Developer Team ID: 27GPV267N2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TimeBudget?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way to think about spending.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perspective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71600" y="2057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seeing money. Start seeing time.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price becomes hours of your life.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46304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privacy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577840" y="2057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salary is your business.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leaves your device, ever.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2004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everywhere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371600" y="3794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tax regions, 3 languages.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offline. No account needed.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320040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747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&amp; simple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577840" y="3794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sign-up, no loading, no clutter.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app, get the answer.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TimeBudget — Turn any price into working time.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2926080"/>
            <a:ext cx="457200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2468880" y="30632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SHEN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shenyang0528@gmail.com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yangshen2024.com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github.com/yangshen2024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 Hackathon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TimeBudget — Qoder Hackathon</dc:title>
  <dc:subject>PptxGenJS Presentation</dc:subject>
  <dc:creator>YANG SHEN</dc:creator>
  <cp:lastModifiedBy>YANG SHEN</cp:lastModifiedBy>
  <cp:revision>1</cp:revision>
  <dcterms:created xsi:type="dcterms:W3CDTF">2026-08-05T11:04:48Z</dcterms:created>
  <dcterms:modified xsi:type="dcterms:W3CDTF">2026-08-05T11:04:49Z</dcterms:modified>
</cp:coreProperties>
</file>